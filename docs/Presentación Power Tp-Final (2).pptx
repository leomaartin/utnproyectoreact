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Comforta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24" Type="http://schemas.openxmlformats.org/officeDocument/2006/relationships/font" Target="fonts/Comfortaa-bold.fntdata"/><Relationship Id="rId12" Type="http://schemas.openxmlformats.org/officeDocument/2006/relationships/slide" Target="slides/slide7.xml"/><Relationship Id="rId23" Type="http://schemas.openxmlformats.org/officeDocument/2006/relationships/font" Target="fonts/Comforta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bb53d4d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bb53d4d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bbee7c8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bbee7c8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bbee7c84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bbee7c84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bee7c84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bbee7c84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bee7c84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bee7c84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bbee7c84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bbee7c84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bee7c84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bee7c84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bbee7c84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bbee7c84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9DF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679625" y="1293225"/>
            <a:ext cx="8132400" cy="1664700"/>
          </a:xfrm>
          <a:prstGeom prst="rect">
            <a:avLst/>
          </a:prstGeom>
          <a:solidFill>
            <a:srgbClr val="1A9DF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434343"/>
                </a:solidFill>
              </a:rPr>
              <a:t>Presentación</a:t>
            </a:r>
            <a:r>
              <a:rPr lang="es" sz="3000">
                <a:solidFill>
                  <a:srgbClr val="434343"/>
                </a:solidFill>
              </a:rPr>
              <a:t> Tp Final-</a:t>
            </a:r>
            <a:r>
              <a:rPr lang="es" sz="3000">
                <a:solidFill>
                  <a:schemeClr val="lt1"/>
                </a:solidFill>
              </a:rPr>
              <a:t>TurnoSmart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457625" y="2378700"/>
            <a:ext cx="7688100" cy="14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643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Sistema web de gestión de turnos entre proveedores y clientes.</a:t>
            </a:r>
            <a:endParaRPr sz="643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s" sz="6430">
                <a:solidFill>
                  <a:srgbClr val="434343"/>
                </a:solidFill>
                <a:latin typeface="Comfortaa"/>
                <a:ea typeface="Comfortaa"/>
                <a:cs typeface="Comfortaa"/>
                <a:sym typeface="Comfortaa"/>
              </a:rPr>
              <a:t>Alumno: Leonel Martin</a:t>
            </a:r>
            <a:endParaRPr sz="6430">
              <a:solidFill>
                <a:srgbClr val="4343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3" title="TurnoSmar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1900" y="938000"/>
            <a:ext cx="1402100" cy="14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800" y="7035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40"/>
              <a:t>Objetivos del sistema</a:t>
            </a:r>
            <a:endParaRPr sz="2540"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928475" y="1646075"/>
            <a:ext cx="9059400" cy="23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•Digitalizar la gestión de turnos entre proveedores y usuarios.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•Podes tener una </a:t>
            </a: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fácil</a:t>
            </a: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contacto con el proveedor o usuario.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•Podes hacer las reservas y cancelamientos </a:t>
            </a: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más</a:t>
            </a: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dinámicos.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•Evitar confusiones, mensajes perdidos y dobles reservas.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•</a:t>
            </a:r>
            <a:r>
              <a:rPr lang="es" sz="1600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rPr>
              <a:t>React + Node.js + MySQL. </a:t>
            </a:r>
            <a:endParaRPr sz="1600">
              <a:solidFill>
                <a:schemeClr val="dk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4" title="Captura-de-Pantalla-2022-04-26-a-las-9.42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00" y="3920688"/>
            <a:ext cx="1503000" cy="59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title="45329abe-a8cf-4c45-8536-095f89bb38f1.590b5535ab4478fa04c07d0ce899087a0870de5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2150" y="3784850"/>
            <a:ext cx="1273050" cy="6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title="1_1UBNwRFaslvqt_G3Njw3pg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5925" y="3742125"/>
            <a:ext cx="1273050" cy="955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27800" y="7718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Vistas del Home:</a:t>
            </a:r>
            <a:endParaRPr/>
          </a:p>
        </p:txBody>
      </p:sp>
      <p:pic>
        <p:nvPicPr>
          <p:cNvPr id="103" name="Google Shape;103;p15" title="Home No Loguead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725" y="587905"/>
            <a:ext cx="4753776" cy="2274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title="imagen_2025-12-01_04042805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4726" y="2861975"/>
            <a:ext cx="4753776" cy="228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title="Home proveedor 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906650"/>
            <a:ext cx="4314725" cy="226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703825" y="669300"/>
            <a:ext cx="6413100" cy="11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Principales</a:t>
            </a:r>
            <a:endParaRPr sz="2500"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729325" y="1959250"/>
            <a:ext cx="6362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Gestión centralizada de turnos.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Perfiles para usuarios y proveedores.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Configuración de servicios, días y horarios.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Notificaciones automáticas por email.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Panel de control completo.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6" title="optimizar-el-calendario-de-turnos-de-trabaj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8225" y="1865125"/>
            <a:ext cx="3455775" cy="19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727800" y="7120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40"/>
              <a:t>Características</a:t>
            </a:r>
            <a:r>
              <a:rPr lang="es" sz="2540"/>
              <a:t> Usuarios</a:t>
            </a:r>
            <a:endParaRPr sz="2540"/>
          </a:p>
        </p:txBody>
      </p:sp>
      <p:sp>
        <p:nvSpPr>
          <p:cNvPr id="118" name="Google Shape;118;p17"/>
          <p:cNvSpPr txBox="1"/>
          <p:nvPr>
            <p:ph idx="2" type="body"/>
          </p:nvPr>
        </p:nvSpPr>
        <p:spPr>
          <a:xfrm>
            <a:off x="727800" y="1417625"/>
            <a:ext cx="4219200" cy="3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Proveedores</a:t>
            </a:r>
            <a:r>
              <a:rPr b="1" lang="es" sz="65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:</a:t>
            </a:r>
            <a:r>
              <a:rPr b="1" lang="es" sz="65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1" sz="65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. </a:t>
            </a: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Perfil Personalizado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2. Gestión de Turnos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3. Administración de Servicios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4. Administración de Pagos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5. Panel de Control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65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6. Notificaciones</a:t>
            </a:r>
            <a:endParaRPr b="1" sz="65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6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4870200" y="1298500"/>
            <a:ext cx="54510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</a:rPr>
              <a:t>Clientes:</a:t>
            </a:r>
            <a:endParaRPr b="1" sz="16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1. Perfil Básico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2. Exploración de Servicios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3. Reserva de Turnos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4. Pagos Integrados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5. Gestión de Turnos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latin typeface="Comfortaa"/>
                <a:ea typeface="Comfortaa"/>
                <a:cs typeface="Comfortaa"/>
                <a:sym typeface="Comfortaa"/>
              </a:rPr>
              <a:t>6. Notificaciones</a:t>
            </a:r>
            <a:endParaRPr b="1" sz="16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2607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727800" y="7205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 Proveedores:</a:t>
            </a:r>
            <a:endParaRPr/>
          </a:p>
        </p:txBody>
      </p:sp>
      <p:pic>
        <p:nvPicPr>
          <p:cNvPr id="125" name="Google Shape;125;p18" title="Publicar turnos proveed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7775" y="678184"/>
            <a:ext cx="4446226" cy="213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Administrar trunos proveed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325" y="2813200"/>
            <a:ext cx="4858673" cy="225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Perfil publico proveedor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813200"/>
            <a:ext cx="4697774" cy="23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727800" y="74620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Vista Usuarios</a:t>
            </a:r>
            <a:endParaRPr/>
          </a:p>
        </p:txBody>
      </p:sp>
      <p:pic>
        <p:nvPicPr>
          <p:cNvPr id="133" name="Google Shape;133;p19" title="Agendar turn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4572000" cy="2217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 title="Categori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3950" y="2785753"/>
            <a:ext cx="4910051" cy="235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77125" y="6778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</a:t>
            </a:r>
            <a:r>
              <a:rPr b="0" lang="e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futuro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677125" y="1902600"/>
            <a:ext cx="7584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App móvil Android/iOS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Chat interno proveedor-cliente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Sistema de recordatorios push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Integración con calendarios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2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 Expansión por rubros</a:t>
            </a:r>
            <a:endParaRPr sz="1602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0" title="turnosonlinet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5875" y="1092800"/>
            <a:ext cx="3858124" cy="2957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727800" y="7547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729325" y="2078875"/>
            <a:ext cx="6609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•TurnoSmart organiza y digitaliza el proceso de turnos.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•Facilita la comunicación y evita errores.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•Aporta una experiencia profesional para proveedores y clientes.</a:t>
            </a:r>
            <a:endParaRPr sz="16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